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00" y="-914400"/>
            <a:ext cx="5486400" cy="4572000"/>
          </a:xfrm>
          <a:prstGeom prst="rect">
            <a:avLst/>
          </a:prstGeom>
          <a:solidFill>
            <a:srgbClr val="2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4114800"/>
            <a:ext cx="5486400" cy="3657600"/>
          </a:xfrm>
          <a:prstGeom prst="rect">
            <a:avLst/>
          </a:prstGeom>
          <a:solidFill>
            <a:srgbClr val="252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Calibri"/>
              </a:rPr>
              <a:t>Dokaz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9A8D4"/>
                </a:solidFill>
                <a:latin typeface="Calibri"/>
              </a:rPr>
              <a:t>Backup verification you can independently 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7DEE7"/>
                </a:solidFill>
                <a:latin typeface="Calibri"/>
              </a:rPr>
              <a:t>Dokaz periodically restores your database backups in an isolated sandbox, asserts the data is intact, and emits a signed Proof-of-Recovery PDF any auditor can verify without trusting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CB1F7"/>
                </a:solidFill>
                <a:latin typeface="Consolas"/>
              </a:rPr>
              <a:t>dokaz.net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Series Seed · B2B infrastructure · Postgres today, MySQL / MongoDB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3093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Investor briefing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Backups fail silently. You find out during the outage.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520440" cy="233172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CYBER-INSURANCE RENEWAL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6E9BF0"/>
                </a:solidFill>
                <a:latin typeface="Calibri"/>
              </a:rPr>
              <a:t>Every 12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Carriers ask for "restore-tested-in-last-12-months" evidence. "Our backup job succeeded" does not satisfy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520440" cy="233172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42316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SOC 2 CC7.4 / A1.3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4320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48FB1"/>
                </a:solidFill>
                <a:latin typeface="Calibri"/>
              </a:rPr>
              <a:t>Restore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6118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Auditors expect a *restored* backup with data checks — not a green checkmark on a job log. Most teams fake this quarterly.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194560"/>
            <a:ext cx="3520440" cy="233172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42316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ACTUAL OUTAGES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74320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6B81"/>
                </a:solidFill>
                <a:latin typeface="Calibri"/>
              </a:rPr>
              <a:t>First-restore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6118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Most companies discover their backup format changed / a column got dropped / the archive is truncated the day they need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7DEE7"/>
                </a:solidFill>
                <a:latin typeface="Calibri"/>
              </a:rPr>
              <a:t>"Successful backup job" measures that a file was written. It does not measure whether the file, on restore, produces the data you expect. Every regulated B2B company already writes backups — very few actually verify them, because verifying means running a real restore somewhere. Dokaz is that somewhere.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A drill is a real restore, on a schedule, cryptographically signed.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Provision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Spin up an isolated sandbox database. Ephemeral, torn down after the drill.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Fetch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Pull the customer's dump. Hash it (SHA-256) — that hash goes in the receipt.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2628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pg_restore into the sandbox. If the archive is corrupt, we find out here.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Assert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Run the customer's data checks: row_count, table_exists, no_nulls, SQL.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2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Render the PDF. Sign it with our Ed25519 key. Store the signature.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2124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4984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Teardown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Destroy the sandbox and the working copy. The evidence PDF survives.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206240"/>
            <a:ext cx="11064240" cy="22860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389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PROOF-OF-RECOVERY EVIDENCE (SAMPLE OUTPUT)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66960" y="44348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11151A"/>
                </a:solidFill>
              </a:rPr>
              <a:t>VERIFIED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846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sha256(dump)       a1f9c2e4b7…d83f   matches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1663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signature          ed25519:9f2c4b…a17b   valid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assertions passed  6 /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8064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retain until       2033-05-22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The moat: every signature is verifiable with our open-source dokaz-verify CLI against the public key at dokaz.net/.well-known/evidence-signing-keys.pem — auditors do not need to trust Dokaz.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ONBOARDING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From signup to a signed report in 30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697480" cy="23774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6032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4203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Sign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Email + password. Free to start, no card required. A trial account can run drills against the built-in sample and connect one real database at weekly cadence to prove the product on their own dump.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377440"/>
            <a:ext cx="2697480" cy="23774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11880" y="256032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54203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Run the sample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6324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A one-click drill against our built-in Postgres fixture runs the full six-step pipeline in ~2 seconds and produces a real signed PDF. This is the aha moment — before they connect anything.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377440"/>
            <a:ext cx="2697480" cy="23774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46520" y="256032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54203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Connect a 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Point Dokaz at a pg_dump. We fetch, restore in an isolated sandbox, assert row counts / table exists / no nulls, and sign the result. Daily drills baseline on every paid 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377440"/>
            <a:ext cx="2697480" cy="23774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81160" y="256032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54203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Share the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06324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One tokenised URL for the auditor. Read-only, no Dokaz account, expires in 30 days. Signature verifies against the same public key the CLI uses.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292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7DEE7"/>
                </a:solidFill>
                <a:latin typeface="Calibri"/>
              </a:rPr>
              <a:t>The 30-second sample drill is the funnel. It short-circuits the classic "free trial that never actually shows the value" pattern — the prospect sees the exact signed PDF their auditor will see, before they touch their own infra. First-time-value is the sale.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The evidence chain, and the surfaces around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Six-step drill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Provision → fetch → restore → assert → report → teardown. Every step has structured logs, a status, and a 16 KiB output snippet.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4884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37744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Ed25519-signed 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432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Detached signature over the SHA-256 of the PDF. Retention configurable to 7 years. Signing key rotation preserves verifiability of old reports.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4884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37744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Open-source verifier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7432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dokaz-verify CLI is 200 lines of Go. Zero Dokaz-specific runtime — auditors run it on their machine against the published public key.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84048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84048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Auditor share links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Tokenised, expiring, revocable URLs. Read-only receipt + downloadable PDF + "verify independently" affordance. No Dokaz account required.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61188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84048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84048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Recovery-readiness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Per-database A-F grade fusing freshness, pass rate, and last outcome. The single glanceable answer to "how confident should I be if I had to restore now?"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61188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84048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384048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Native alerting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Drill fails → Slack + PagerDuty + email + mobile push. Backup check-ins (heartbeats) fire the same paths when a job stops running.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07492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30352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0352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Public /verify page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66928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An auditor pastes a PDF + signature JSON, the browser checks it against the published key. Zero trust in Dokaz. Renders as the same receipt.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507492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43400" y="530352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530352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Evidence bundle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66928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One-click annual ZIP: every signed PDF + signatures + a manifest CSV. The exact artifact the auditor asks for at renewal.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0" y="507492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38160" y="530352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60" y="530352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REST API + webhooks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566928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Versioned /v1 with per-plan rate limits. Signed webhooks for drill.failed / heartbeat.down. Powers the responder mobile app.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A failed drill and a successful one — both make the same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53212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production-primary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4688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11151A"/>
                </a:solidFill>
              </a:rPr>
              <a:t>PASSED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A9C"/>
                </a:solidFill>
                <a:latin typeface="Consolas"/>
              </a:rPr>
              <a:t>drill_a1f9c2e4 · pg_dump -Fc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4612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RESTORE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2044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2m 14s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5970" y="324612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7410" y="329184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ROWS 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7410" y="352044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4.2M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68980" y="324612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0420" y="329184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ASSERTIONS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52044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6 / 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91990" y="324612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3430" y="329184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3430" y="352044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Signed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provision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fetch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6888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restore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assert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report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teardown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2194560"/>
            <a:ext cx="553212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24231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billing-primary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61320" y="24688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F6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11151A"/>
                </a:solidFill>
              </a:rPr>
              <a:t>FAILED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28346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A9C"/>
                </a:solidFill>
                <a:latin typeface="Consolas"/>
              </a:rPr>
              <a:t>drill_f04ab991 · pg_dump -Fc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3200400"/>
            <a:ext cx="4983480" cy="384048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324612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B81"/>
                </a:solidFill>
                <a:latin typeface="Consolas"/>
              </a:rPr>
              <a:t>assert no_nulls: column user_id had 3 nulls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374904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79476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RESTORE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02336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1m 02s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98130" y="374904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89570" y="379476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ROWS VERIFIED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89570" y="402336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21140" y="374904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12580" y="379476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ASSERTIONS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2580" y="402336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3 / 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44150" y="374904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35590" y="379476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35590" y="402336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Withheld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512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provision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9808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fetch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2104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restore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6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assert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6696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report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teardown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Same pipeline, same receipt shape, opposite verdicts. Both are auditor-usable evidence — one proves recoverability, one proves the failure was discovered *before* the customer needed the restore.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Every regulated B2B company with a database is a buyer.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566160" cy="4206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IMMEDIATE WEDGE — SOC 2 IN 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8CB1F7"/>
                </a:solidFill>
                <a:latin typeface="Calibri"/>
              </a:rPr>
              <a:t>~50k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29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US SMB SaaS at Series A-C. Auditor at the door, backup-restore evidence in the checklist, no dedicated infra headcount.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Vanta / Drata already sold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Buys pain, not vision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348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CTO is champion + buyer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2194560"/>
            <a:ext cx="3566160" cy="4206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ADJACENT — CYBER-INSURANCE RENEWALS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432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8CB1F7"/>
                </a:solidFill>
                <a:latin typeface="Calibri"/>
              </a:rPr>
              <a:t>$8.4B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29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US cyber-insurance policies annually. Every renewal now asks for restore-tested-in-last-12-months evidence. Nothing else on the market emits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886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Insurance broker referrals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Broker becomes distribution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348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Buys once a year, forever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194560"/>
            <a:ext cx="3566160" cy="4206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ENTERPRISE — HIPAA / ISO 27001 / DORA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7432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8CB1F7"/>
                </a:solidFill>
                <a:latin typeface="Calibri"/>
              </a:rPr>
              <a:t>5x TAM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429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Healthcare, EU financial services (DORA 2025), regulated fintech. Same evidence chain, tighter retention, VPC-hosted runner.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886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Longer cycle, bigger ACV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SSO / DPA / BAA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4348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Follows the SMB wedge in year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Four tiers. Priced on drill volume — the marginal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CAPACITY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5 databases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Daily drills · signed PDF · 7-year retention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seats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25 backup check-ins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Auditor share 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138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Slack + PagerDuty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Email support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25400">
            <a:solidFill>
              <a:srgbClr val="F4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94760" y="205740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MOST POPULAR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CAPACITY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25 databases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Daily drills · everything in Starter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50 backup check-ins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API keys · signed webhooks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Priority support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Grounded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CAPACITY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100 databases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Daily drills · everything in Growth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backup check-ins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Priority + dedicated channel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SSO (roadmap)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972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404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Enterprise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Custom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6404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6404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REGULATED / HANDS-ON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404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Sales-led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BYO runner in your VPC · SSO/SAML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404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BAA / DPA · hourly cadence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404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Auditor read-only accounts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404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Custom SLA · named account manager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Every tier: daily drills, signed PDF evidence, 7-year retention, unlimited seats. Free trial: one real database at weekly cadence.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Where we stand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Live at dokaz.net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490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Full evidence chain shipping. Public verifier, auditor share links, readiness score, native Slack + PagerDuty, mobile responder app.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1945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7889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Self-migrating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7490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Fly.io single-machine + Neon Postgres. Migrations run at server startup — deploys are one reliable step. Evidence keys persisted as Fly secrets.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1945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SECURITY POSTURE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7889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Argon2id + Ed25519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7490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Passwords Argon2id, sessions HTTPS-only, evidence signed Ed25519 with rotation-tolerant verification, at-rest AES-GCM with per-account keys (crypto-shred).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519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805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COMPLIANCE 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46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Verifiable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064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Every PDF signature verifies against the public key at dokaz.net/.well-known/evidence-signing-keys.pem via the open-source dokaz-verify CLI.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42519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4805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46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One founder-engineer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8064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Sole builder to date. All backend, frontend, mobile, brand, and this deck. First-hire slot at $1M ARR: security-focused eng #2.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80" y="42519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44805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TRACTION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46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Pre-launch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8064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Marketing live, pipeline pre-outbound. Design system + brand shipped 2026 Q3. Fundraise timed to first-customer conversion.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The next 90 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56616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54864" cy="384048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E9BF0"/>
                </a:solidFill>
                <a:latin typeface="Calibri"/>
              </a:rPr>
              <a:t>DAYS 0-30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Outbound + first ten 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ICP: US SMB SaaS Series A-C, SOC 2 in 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387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3-5 cold-email variants keyed on segment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313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Enrichment: SOC 2 badge, hiring signal, insurance renewal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Weekly demo cadence on Loom, sub-3-minute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165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Goal: 10 paid pilots at $300 (Growth)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2194560"/>
            <a:ext cx="356616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2423160"/>
            <a:ext cx="54864" cy="384048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423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8FB1"/>
                </a:solidFill>
                <a:latin typeface="Calibri"/>
              </a:rPr>
              <a:t>DAYS 30-60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6974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MySQL + auditor 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2461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MySQL restore + assertion engine (Fable audit: clean split)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5387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Auditor-view-only role (no-drill account)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8313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Evidence-bundle: quarterly generation cron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PagerDuty AI-agent playbook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4165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Goal: expand paid pilots to 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194560"/>
            <a:ext cx="356616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80" y="2423160"/>
            <a:ext cx="54864" cy="384048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2423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6C596"/>
                </a:solidFill>
                <a:latin typeface="Calibri"/>
              </a:rPr>
              <a:t>DAYS 60-90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26974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Enterprise motion + fundraise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32461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BYO-runner (deploy in customer VPC) beta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5387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SSO (SAML + OIDC) + DPA + BAA templates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38313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First insurance-broker partnership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Sales collateral for insurance channel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44165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Series Seed close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