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-914400"/>
            <a:ext cx="5486400" cy="4572000"/>
          </a:xfrm>
          <a:prstGeom prst="rect">
            <a:avLst/>
          </a:prstGeom>
          <a:solidFill>
            <a:srgbClr val="24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Calibri"/>
              </a:rPr>
              <a:t>Dokaz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9A8D4"/>
                </a:solidFill>
                <a:latin typeface="Calibri"/>
              </a:rPr>
              <a:t>Prove your backups actually restore.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7DEE7"/>
                </a:solidFill>
                <a:latin typeface="Calibri"/>
              </a:rPr>
              <a:t>A drill is a real restore in an isolated sandbox on a schedule you set. Every run produces a signed Proof-of-Recovery PDF your auditor and insurer accept — with an independent verifier so no one has to trust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CB1F7"/>
                </a:solidFill>
                <a:latin typeface="Consolas"/>
              </a:rPr>
              <a:t>dokaz.net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6"/>
                </a:solidFill>
                <a:latin typeface="Calibri"/>
              </a:rPr>
              <a:t>SOC 2 · ISO 27001 · HIPAA · cyber-insurance renewals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THE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Your backups are untested until something restores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532120" cy="21488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54864" cy="169164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E9BF0"/>
                </a:solidFill>
                <a:latin typeface="Calibri"/>
              </a:rPr>
              <a:t>WHAT YOU THINK YOU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A backup job that "succeeded" last night.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7DEE7"/>
                </a:solidFill>
                <a:latin typeface="Calibri"/>
              </a:rPr>
              <a:t>A green tick on your S3 upload / cron job / RDS snapshot. It measures that a file was written — not whether the file, on restore, produces the data you actually expect.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5532120" cy="21488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54864" cy="1691640"/>
          </a:xfrm>
          <a:prstGeom prst="rect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6B81"/>
                </a:solidFill>
                <a:latin typeface="Calibri"/>
              </a:rPr>
              <a:t>WHAT YOU ACTUALLY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974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A dump you have never opened.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91840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7DEE7"/>
                </a:solidFill>
                <a:latin typeface="Calibri"/>
              </a:rPr>
              <a:t>Backup format changed after a Postgres upgrade. A column got dropped. An archive is truncated because the disk filled at 3am. You find out during the outage.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5532120" cy="196596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54864" cy="150876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48FB1"/>
                </a:solidFill>
                <a:latin typeface="Calibri"/>
              </a:rPr>
              <a:t>WHAT YOUR AUDITOR ASKS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Restore-tested-in-the-last-12-months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7DEE7"/>
                </a:solidFill>
                <a:latin typeface="Calibri"/>
              </a:rPr>
              <a:t>SOC 2 CC7.4 / A1.3, ISO 27001 A.8.13, and every cyber-insurance renewal from 2024 onward. Not the backup log — the restore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26280"/>
            <a:ext cx="5532120" cy="196596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754880"/>
            <a:ext cx="54864" cy="1508760"/>
          </a:xfrm>
          <a:prstGeom prst="rect">
            <a:avLst/>
          </a:prstGeom>
          <a:solidFill>
            <a:srgbClr val="5D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75488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D6C80"/>
                </a:solidFill>
                <a:latin typeface="Calibri"/>
              </a:rPr>
              <a:t>WHAT MOST TEAMS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2920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Screenshot a test restore, once a quarter.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623560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7DEE7"/>
                </a:solidFill>
                <a:latin typeface="Calibri"/>
              </a:rPr>
              <a:t>A manual test-restore is a person's afternoon. It is not repeatable, not signed, not verifiable. And it does not happen on the week the backup actually breaks.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THE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A drill: a real restore, on a schedule, signed on the way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Provision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Isolated sandbox database. Ephemeral. Torn down when the drill 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Pull the dump you already produce. Hash it (SHA-256).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pg_restore into the sandbox. A broken archive fails here — before your outage.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Assert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Your data checks: row_count, table_exists, column_exists, no_nulls, SQL.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Render the PDF. Sign it Ed25519. Store the signature.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4984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Teardown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Destroy the sandbox and the working copy. Only the signed PDF survives.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160520"/>
            <a:ext cx="11064240" cy="22860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PROOF-OF-RECOVERY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43891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11151A"/>
                </a:solidFill>
              </a:rPr>
              <a:t>VERIFIED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database           production-primary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20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sha256(dump)       a1f9c2e4b7…d83f   matches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40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signature          ed25519:9f2c4b…a17b   valid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60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assertions passed  6 / 6      retain until 2033-05-22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A7B6"/>
                </a:solidFill>
                <a:latin typeface="Calibri"/>
              </a:rPr>
              <a:t>Same six steps every drill. Same signed receipt every drill. Every signature verifies with the open-source dokaz-verify CLI — no one has to trust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WHAT YOU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Proof — not a green checkmark.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5321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54864" cy="91440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Signed PDF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Every drill produces an Ed25519-signed Proof-of-Recovery PDF, retained for 7 years by default. Independently verifiable — no need to trust 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5321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423160"/>
            <a:ext cx="54864" cy="91440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Auditor share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One-click tokenised URL. Your auditor sees the receipt, downloads the PDF, verifies the signature. No Dokaz account required. Revocable anytime.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55321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4864" cy="914400"/>
          </a:xfrm>
          <a:prstGeom prst="rect">
            <a:avLst/>
          </a:prstGeom>
          <a:solidFill>
            <a:srgbClr val="56C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Recovery-readiness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Per-database A-F grade. Freshness of last passing drill × recent pass rate × latest outcome. The single glanceable answer to "how confident should I be?"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5321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4864" cy="91440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Native alerting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4340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Drill failed → Slack + PagerDuty + email + mobile push. Backup check-ins (heartbeats) fire the same paths when a scheduled job stops running.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12080"/>
            <a:ext cx="55321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440680"/>
            <a:ext cx="54864" cy="91440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Public /verify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Send an auditor the signed PDF + signature JSON. They open dokaz.net/verify, upload both files, and see "verified" against our published public key.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212080"/>
            <a:ext cx="55321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5440680"/>
            <a:ext cx="54864" cy="914400"/>
          </a:xfrm>
          <a:prstGeom prst="rect">
            <a:avLst/>
          </a:prstGeom>
          <a:solidFill>
            <a:srgbClr val="56C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44068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REST API + webhooks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85216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Versioned /v1 with per-plan rate limits. Signed webhooks push drill.failed / heartbeat.down straight into your own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$100 starter. Free to try, no card required. Daily drills on every tier.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$100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5 databases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Daily drills · signed PDF · 7-year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Unlimited seats · 25 backup check-ins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Auditor share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Slack + PagerDuty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Email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254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94760" y="20574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MOST POPULAR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$300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CAPACITY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25 databases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Daily drills · everything in Starter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50 backup check-ins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Unlimited API keys · signed webhooks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Priority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Grounded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$600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100 databases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Daily drills · everything in 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Unlimited backup check-ins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Priority + dedicated channel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SSO (roadmap)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Custom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6404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REGULATED / HANDS-ON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Sales-led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BYO runner in your VPC · SSO/SAML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BAA / DPA · hourly cadence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Auditor read-only accounts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Custom SLA · named account manager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83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A7B6"/>
                </a:solidFill>
                <a:latin typeface="Calibri"/>
              </a:rPr>
              <a:t>Free trial, no card required — one real database at weekly cadence. Every paid tier includes daily drills, unlimited seats, 7-year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TRY IT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Verify a signed report before you sign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53212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25400">
            <a:solidFill>
              <a:srgbClr val="6E9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A8D4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DF1F6"/>
                </a:solidFill>
                <a:latin typeface="Calibri"/>
              </a:rPr>
              <a:t>Download a real signed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7DEE7"/>
                </a:solidFill>
                <a:latin typeface="Calibri"/>
              </a:rPr>
              <a:t>We keep a sample Proof-of-Recovery PDF and its signature at:
dokaz.net/docs (Evidence · sample)
The PDF is a real drill run against our sample fixture. The signature JSON is our production Ed25519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06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dokaz.net/docs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553212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25400">
            <a:solidFill>
              <a:srgbClr val="56C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CBAC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DF1F6"/>
                </a:solidFill>
                <a:latin typeface="Calibri"/>
              </a:rPr>
              <a:t>Verify it in your browser.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7DEE7"/>
                </a:solidFill>
                <a:latin typeface="Calibri"/>
              </a:rPr>
              <a:t>Open dokaz.net/verify. Upload the PDF + signature JSON. The page checks the signature against our published public key and returns a receipt.
No account, no cookies, no data stored. If it says verified, the report is authentic and unaltered.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5806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1151A"/>
                </a:solidFill>
              </a:rPr>
              <a:t>dokaz.net/verify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-1828800"/>
            <a:ext cx="5486400" cy="5486400"/>
          </a:xfrm>
          <a:prstGeom prst="rect">
            <a:avLst/>
          </a:prstGeom>
          <a:solidFill>
            <a:srgbClr val="24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DF1F6"/>
                </a:solidFill>
                <a:latin typeface="Calibri"/>
              </a:rPr>
              <a:t>You already write backups.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9A8D4"/>
                </a:solidFill>
                <a:latin typeface="Calibri"/>
              </a:rPr>
              <a:t>Let's prove they restore.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7DEE7"/>
                </a:solidFill>
                <a:latin typeface="Calibri"/>
              </a:rPr>
              <a:t>Sign up at dokaz.net. Free trial, no card required. Run a drill against our sample dataset in 30 seconds — you'll see the exact signed PDF your auditor will see. Then connect your own pg_dump and prove it on your real backup, still inside the trial.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dokaz.net/signup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66928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25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EDF1F6"/>
                </a:solidFill>
              </a:rPr>
              <a:t>Book a 20-min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6"/>
                </a:solidFill>
                <a:latin typeface="Calibri"/>
              </a:rPr>
              <a:t>Questions: sales@dokaz.net · Verify a report: dokaz.net/verify · Status: dokaz.net/status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